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hyperlink" Target="https://kampusteyim.app/get.html" TargetMode="External"/><Relationship Id="rId5" Type="http://schemas.openxmlformats.org/officeDocument/2006/relationships/image" Target="../media/image6.png"/><Relationship Id="rId6" Type="http://schemas.openxmlformats.org/officeDocument/2006/relationships/hyperlink" Target="https://instagram.com/kampusteyimap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kampu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77724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074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92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EC4B6"/>
                </a:solidFill>
                <a:latin typeface="Calibri"/>
              </a:rPr>
              <a:t>FİRMALAR İÇİN KAMPÜS İŞ BİRLİĞİ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584448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İşveren markası, staj ve yetenek erişimini tek doğrulanmış kampüs kanalında yönetin.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4572000"/>
            <a:ext cx="3886200" cy="530352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470001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Calibri"/>
              </a:rPr>
              <a:t>Doğrulanmış firma hesabı · Kariyer · Etkinlik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8756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@kampusteyimapp  ·  kampusteyim.app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Firmalar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NEDEN KAMPÜSTEYİMAPP?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Öğrenci kitlesine doğrudan ve güvenli erişim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67528" cy="2029968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28800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İşveren markası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48840"/>
            <a:ext cx="5001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Firmanızı doğrulanmış hesapla öğrenci kitlesine anlatın.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645920"/>
            <a:ext cx="5367528" cy="2029968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Staj &amp; ilan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48840"/>
            <a:ext cx="5001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Staj-AI ile ilan, başvuru ve aday havuzunu tek noktada yönetin.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22192"/>
            <a:ext cx="5367528" cy="2029968"/>
          </a:xfrm>
          <a:prstGeom prst="roundRect">
            <a:avLst>
              <a:gd name="adj" fmla="val 12000"/>
            </a:avLst>
          </a:prstGeom>
          <a:solidFill>
            <a:srgbClr val="0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005072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Kampüs etkinliği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25112"/>
            <a:ext cx="5001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Kariyer günü, atölye ve teknik etkinlikleri kota ile yayınlayın.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822192"/>
            <a:ext cx="5367528" cy="2029968"/>
          </a:xfrm>
          <a:prstGeom prst="roundRect">
            <a:avLst>
              <a:gd name="adj" fmla="val 12000"/>
            </a:avLst>
          </a:prstGeom>
          <a:solidFill>
            <a:srgbClr val="1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005072"/>
            <a:ext cx="5001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Güvenli görünürlük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25112"/>
            <a:ext cx="5001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Rozet, Guard ve moderasyonla marka güvenini koruyun.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Firmalar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İŞVEREN MARKASI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Akış, hikâye ve Reels ile kampüste görünür olun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Öğrenci diline uygun içeriklerle kurum kültürünüzü, ekiplerinizi ve fırsatlarınızı anlatın.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B3A"/>
                </a:solidFill>
                <a:latin typeface="Calibri"/>
              </a:rPr>
              <a:t>•  Doğrulanmış firma rozetiyle güven verin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3A"/>
                </a:solidFill>
                <a:latin typeface="Calibri"/>
              </a:rPr>
              <a:t>•  Staj ve etkinlik içeriklerini hashtag ile keşfettirin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3A"/>
                </a:solidFill>
                <a:latin typeface="Calibri"/>
              </a:rPr>
              <a:t>•  Hikâye ve Reels ile kısa, yüksek etkileşimli anlatım kurun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B3A"/>
                </a:solidFill>
                <a:latin typeface="Calibri"/>
              </a:rPr>
              <a:t>•  Kampüs geri bildirimini tek kanalda takip edin</a:t>
            </a:r>
          </a:p>
        </p:txBody>
      </p:sp>
      <p:pic>
        <p:nvPicPr>
          <p:cNvPr id="11" name="Picture 10" descr="03_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319" y="1508760"/>
            <a:ext cx="2124640" cy="47091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Firmalar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KARİYER HUNİSİ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İlandan nitelikli adaya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933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Firma profili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Doğrulanmış kimlik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68396.0" y="23545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32988" y="18288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61004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1004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5908" y="19933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Staj-AI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908" y="23317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İlan ve kriterler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98464.0" y="23545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63056" y="18288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91072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19933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Başvuru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5976" y="23317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Öğrenci aday havuzu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8532.0" y="23545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93124" y="182880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21140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1140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6044" y="199339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Eşleşme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6044" y="233172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CV-AI destekli seçim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337560"/>
            <a:ext cx="10698480" cy="530352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34655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Erişim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4655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Kampüs öğrencileri ve bölümler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959352"/>
            <a:ext cx="10698480" cy="530352"/>
          </a:xfrm>
          <a:prstGeom prst="roundRect">
            <a:avLst>
              <a:gd name="adj" fmla="val 12000"/>
            </a:avLst>
          </a:prstGeom>
          <a:solidFill>
            <a:srgbClr val="178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087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Nitelik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08736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CV-AI · profil · yetkinlik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581144"/>
            <a:ext cx="10698480" cy="530352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709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Operasyon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709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Başvuru · kota · takip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202936"/>
            <a:ext cx="10698480" cy="530352"/>
          </a:xfrm>
          <a:prstGeom prst="roundRect">
            <a:avLst>
              <a:gd name="adj" fmla="val 12000"/>
            </a:avLst>
          </a:prstGeom>
          <a:solidFill>
            <a:srgbClr val="07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5330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Güven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33095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Doğrulanmış hesap · Guard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Firmalar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ETKİNLİK OPERASYONU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Kariyer günü ve atölyeleri ölçülebilir yönetin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A"/>
                </a:solidFill>
                <a:latin typeface="Calibri"/>
              </a:rPr>
              <a:t>Tarih, yer, hedef kitle, son başvuru ve kontenjan tek kartta; başvurular canlı görünür.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8600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24505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4688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5059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Oluştur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Etkinlik kartı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25396.0" y="28117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89988" y="228600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18004" y="24505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18004" y="24688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2908" y="245059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Duyur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2908" y="278892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Akış + hikâye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12464.0" y="28117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77056" y="228600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05072" y="24505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24688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245059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Başvuru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6" y="278892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Öğrenci katılımı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99532.0" y="28117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64124" y="2286000"/>
            <a:ext cx="1522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92140" y="24505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2140" y="24688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7044" y="2450592"/>
            <a:ext cx="882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Ölç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7044" y="2788920"/>
            <a:ext cx="882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Kota ve ilgi</a:t>
            </a:r>
          </a:p>
        </p:txBody>
      </p:sp>
      <p:pic>
        <p:nvPicPr>
          <p:cNvPr id="33" name="Picture 32" descr="06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433" y="1508760"/>
            <a:ext cx="2072133" cy="46634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Firmalar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AKTİVASYON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Firmanız 4 adımda kampüste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208483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1031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8483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Başvuru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2316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Firma hesabı talebi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68396.0" y="244602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32988" y="192024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61004" y="208483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1004" y="21031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5908" y="208483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Doğrulama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908" y="242316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Yetkili ve kurum kontrolü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98464.0" y="244602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63056" y="192024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91072" y="208483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1031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208483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İlk yayın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5976" y="242316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Marka / ilan / etkinlik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8532.0" y="244602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93124" y="1920240"/>
            <a:ext cx="266547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21140" y="208483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1140" y="21031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6044" y="2084832"/>
            <a:ext cx="2025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Büyüme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6044" y="2423160"/>
            <a:ext cx="2025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Etkileşim ve başvuru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3840480"/>
            <a:ext cx="10149840" cy="109728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1F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4096512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3"/>
                </a:solidFill>
                <a:latin typeface="Calibri"/>
              </a:rPr>
              <a:t>Demo ve kurumsal hesap aktivasyonu için KampüsteyimAPP ile iletişime geçin.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Firmalar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İLETİŞİM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Kampüse birlikte değer katalım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47672" y="1581912"/>
            <a:ext cx="2459736" cy="3227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_kampusteyim_indir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691640"/>
            <a:ext cx="2240280" cy="2240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11680" y="404164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Uygulamayı incele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3251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iOS / Android akıllı yönlendirme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54112" y="1581912"/>
            <a:ext cx="2459736" cy="3227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r_kampusteyim_instagram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691640"/>
            <a:ext cx="2240280" cy="2240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18120" y="404164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Hesabı takip 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3251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@kampusteyimapp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A6A0"/>
                </a:solidFill>
                <a:latin typeface="Calibri"/>
              </a:rPr>
              <a:t>KampüsteyimAPP · AYS Tech · kampusteyim.app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KampüsteyimAPP — Firmalar Sunumu</dc:title>
  <dc:subject>KampüsteyimAPP hedef kitle sunumu</dc:subject>
  <dc:creator>KampüsteyimAPP · AYS Tech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