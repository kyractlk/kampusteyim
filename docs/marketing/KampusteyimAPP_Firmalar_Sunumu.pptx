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kampusteyim.app/get.html" TargetMode="External"/><Relationship Id="rId5" Type="http://schemas.openxmlformats.org/officeDocument/2006/relationships/image" Target="../media/image6.png"/><Relationship Id="rId6" Type="http://schemas.openxmlformats.org/officeDocument/2006/relationships/hyperlink" Target="https://instagram.com/kampusteyim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kampus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7772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2EC4B6"/>
                </a:solidFill>
                <a:latin typeface="Calibri"/>
              </a:rPr>
              <a:t>FİRMALAR İÇİN KAMPÜS İŞ BİRLİĞİ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584448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İşveren markası, staj ve yetenek erişimini tek doğrulanmış kampüs kanalında yönetin.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4572000"/>
            <a:ext cx="3886200" cy="530352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4700016"/>
            <a:ext cx="3886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4B6"/>
                </a:solidFill>
                <a:latin typeface="Calibri"/>
              </a:rPr>
              <a:t>Firma Online · Staj-AI · Firma AI · CV-AI · Etkinlik · Reels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56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@kampusteyimapp  ·  kampusteyim.app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NEDEN KAMPÜSTEYİMAPP?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Öğrenci kitlesine doğrudan ve güvenli erişim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288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İşveren markası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48840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Doğrulanmış firma hesabıyla akış, hikâye ve Reels’te görünür olun.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645920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Staj &amp; ilan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48840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Staj-AI ile ilan, başvuru ve aday havuzunu tek panelde yönetin.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22192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Kampüs etkinliği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Kariyer günü ve atölyeleri kota + başvuru ile yayınlayın.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822192"/>
            <a:ext cx="5367528" cy="202996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Güven &amp; 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25112"/>
            <a:ext cx="500176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Rozet, moderasyon ve doğrulanmış hesapla marka güvenini koruyun.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FİRMA ONLINE PANELİ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Web’de güçlü işveren operasyonu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Admin’in açtığı hesap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İlan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Staj / iş / part-time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Aday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CV tarama + sıralama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İletişim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Mail · direkt teklif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246120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34290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Canlı 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749040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Açık / kapalı ilan, başvuru ve AI-hazır metrikleri anlık.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3246120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4290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Zengin ilan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749040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Departman · ofis/hibrit/uzaktan · etiket · son başvuru.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622292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8051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Firma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5125212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İlan seçerek başvuruları gerekçeli skorla sıralayın.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53912" y="4622292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48051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Öğrenci tarama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125212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Kampüs profili ve CV’si olan adaylara ulaşın.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FİRMA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Kısa listeyi dakikalar içinde kurun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A"/>
                </a:solidFill>
                <a:latin typeface="Calibri"/>
              </a:rPr>
              <a:t>Her açık ilan için başvuranları CV, yetkinlik ve gereksinim uyumuna göre skorlayın; güçlü yön / eksik gerekçesiyle kısa liste çıkarın.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23591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23774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591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İlan seç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974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Başvurulu açık fırsat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68396.0" y="27203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2988" y="21945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61004" y="23591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1004" y="23774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3591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Sırala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5908" y="26974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Cloud / yerel AI skor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98464.0" y="27203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3056" y="21945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1072" y="23591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3774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3591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İncele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5976" y="26974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Profil · CV · gerekçe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8532.0" y="272034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993124" y="219456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21140" y="235915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1140" y="237744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35915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Teklif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6044" y="269748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Direkt teklif +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79476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Birden fazla ilanda AI hazır sayacı — paneldan tek tıkla sıralama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Skor kartında güçlü yönler ve eksikler görünür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Teklif gönderildiğinde öğrenci Staj-AI kutusu ve bildirimi güncellenir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Mail ile adaya kurumsal mesaj gönderme seçeneği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STAJ-AI (ÖĞRENCİ)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CV kapısından nitelikli başvuruya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CV-AI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ATS özgeçmiş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Keşif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Arama + filtre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Uyum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Beceri eşleşme skoru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78308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194767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28600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Teklif kutusu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246120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34290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Kalite kapısı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749040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CV hazır değilse başvuru açılmaz — havuz daha nitelikli.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3246120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42900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Akıllı liste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749040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Staj / iş / part-time, uzaktan-hibrit ve metin araması.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622292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8051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Uyum skoru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5125212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Öğrenci becerileri ilan gereksinimleriyle örtüşürse öne çıkar.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53912" y="4622292"/>
            <a:ext cx="5367528" cy="122986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48051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Canlı teklif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125212"/>
            <a:ext cx="5001768" cy="589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Firma teklifleri anlık; başvurularım paneli takip kolaylaştırır.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İŞVEREN MARKASI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Akış, hikâye ve Reels ile kampüste görünür olun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A"/>
                </a:solidFill>
                <a:latin typeface="Calibri"/>
              </a:rPr>
              <a:t>Öğrenci diline uygun içeriklerle kurum kültürünüzü, ekiplerinizi ve fırsatlarınızı anlatın.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Doğrulanmış firma rozetiyle güven verin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Şehir / üniversite filtreli akışta doğru kitleye düşün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Hikâye halkası ve Reels ile kısa, yüksek etkileşimli anlatım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Stream-first medya: içerik anında açılır, bekleme azalır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Deep link ile ilan / profil paylaşımını mağazaya kadar taşıyın</a:t>
            </a:r>
          </a:p>
        </p:txBody>
      </p:sp>
      <p:pic>
        <p:nvPicPr>
          <p:cNvPr id="11" name="Picture 10" descr="03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319" y="1508760"/>
            <a:ext cx="2124640" cy="47091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KARİYER HUNİSİ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İlandan nitelikli adaya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Firma profili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Doğrulanmış kimlik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Staj-AI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İlan ve kriterler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Öğrenci aday havuzu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3545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82880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19933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20116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199339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Eşleşme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33172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CV-AI + Firma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337560"/>
            <a:ext cx="10698480" cy="530352"/>
          </a:xfrm>
          <a:prstGeom prst="roundRect">
            <a:avLst>
              <a:gd name="adj" fmla="val 12000"/>
            </a:avLst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4655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Erişim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465576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Kampüs öğrencileri ve bölümler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959352"/>
            <a:ext cx="10698480" cy="530352"/>
          </a:xfrm>
          <a:prstGeom prst="roundRect">
            <a:avLst>
              <a:gd name="adj" fmla="val 12000"/>
            </a:avLst>
          </a:prstGeom>
          <a:solidFill>
            <a:srgbClr val="178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0873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Nitelik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0873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CV-AI · profil · yetkinlik · uyum skoru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581144"/>
            <a:ext cx="10698480" cy="53035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Operasyon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7091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Başvuru · AI sıralama · mail · teklif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202936"/>
            <a:ext cx="10698480" cy="530352"/>
          </a:xfrm>
          <a:prstGeom prst="roundRect">
            <a:avLst>
              <a:gd name="adj" fmla="val 12000"/>
            </a:avLst>
          </a:prstGeom>
          <a:solidFill>
            <a:srgbClr val="07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5330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Güven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33095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Doğrulanmış hesap · Guard · push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ETKİNLİK OPERASYONU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Kariyer günü ve atölyeleri ölçülebilir yönetin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A"/>
                </a:solidFill>
                <a:latin typeface="Calibri"/>
              </a:rPr>
              <a:t>Tarih, yer, hedef kitle, son başvuru ve kontenjan tek kartta; başvurular canlı görünür.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24505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24688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505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Oluştur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Etkinlik kartı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25396.0" y="28117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189988" y="22860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18004" y="24505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18004" y="24688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2908" y="24505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Duyur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2908" y="27889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Akış + hikâye + Reels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12464.0" y="28117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77056" y="22860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05072" y="24505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05072" y="24688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9976" y="24505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9976" y="27889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Öğrenci katılımı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9532.0" y="281178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564124" y="2286000"/>
            <a:ext cx="1522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92140" y="245059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2140" y="246888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7044" y="2450592"/>
            <a:ext cx="882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Ölç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67044" y="2788920"/>
            <a:ext cx="882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Kota ve ilgi</a:t>
            </a:r>
          </a:p>
        </p:txBody>
      </p:sp>
      <p:pic>
        <p:nvPicPr>
          <p:cNvPr id="33" name="Picture 32" descr="06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33" y="1508760"/>
            <a:ext cx="2072133" cy="466344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GÖRÜNÜRLÜK &amp;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Kampüste öne çıkmanın yeni katmanları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KampüsteyimPlus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Öğrenci kitlesinde yeşil tick ve öncelikli deneyim.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691640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20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app.kampusteyim.app/market — web’den Plus satışı.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İş ortaklarımız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Kurumsal partner vitrini ile güven ve görünürlük.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822192"/>
            <a:ext cx="5367528" cy="198424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05072"/>
            <a:ext cx="5001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Anlık bildirim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25112"/>
            <a:ext cx="5001768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İlan, teklif ve etkileşim push + uygulama içi inbox.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AKTİVASYON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Firmanız 4 adımda kampüste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0848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1031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231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Firma hesabı talebi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68396.0" y="24460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2988" y="19202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61004" y="20848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1004" y="21031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5908" y="20848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Doğrulama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35908" y="24231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Yetkili ve kurum kontrolü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98464.0" y="24460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63056" y="19202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91072" y="20848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21031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20848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İlk yayın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4231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Marka / ilan / etkinlik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8532.0" y="24460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93124" y="19202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1140" y="20848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1140" y="21031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044" y="20848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Büyüme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6044" y="24231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Etkileşim ve başvuru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" y="3840480"/>
            <a:ext cx="10149840" cy="109728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1FA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4096512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B1F33"/>
                </a:solidFill>
                <a:latin typeface="Calibri"/>
              </a:rPr>
              <a:t>Firma hesapları yalnızca platform admini tarafından açılır ve teslim edilir.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Firmalar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İLETİŞİM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Kampüse birlikte değer katalım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47672" y="1581912"/>
            <a:ext cx="2459736" cy="3227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kampusteyim_indi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691640"/>
            <a:ext cx="2240280" cy="2240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11680" y="4041648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Uygulamayı incele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3251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iOS / Android akıllı yönlendirme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1581912"/>
            <a:ext cx="2459736" cy="3227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kampusteyim_instagram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691640"/>
            <a:ext cx="2240280" cy="2240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18120" y="4041648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Hesabı takip 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3251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@kampusteyimapp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749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A6A0"/>
                </a:solidFill>
                <a:latin typeface="Calibri"/>
              </a:rPr>
              <a:t>KampüsteyimAPP · AYS Tech · info@kampusteyim.app
kampusteyim.app  ·  app.kampusteyim.app  ·  /market · /firma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KampüsteyimAPP — Firmalar Sunumu</dc:title>
  <dc:subject>KampüsteyimAPP hedef kitle sunumu</dc:subject>
  <dc:creator>KampüsteyimAPP · AYS Tech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