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097280"/>
            <a:ext cx="4937760" cy="4937760"/>
          </a:xfrm>
          <a:prstGeom prst="ellipse">
            <a:avLst/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k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55448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EC4B6"/>
                </a:solidFill>
                <a:latin typeface="Calibri"/>
              </a:rPr>
              <a:t>Gaziantep Üniversitesi Rektörlüğü’ne sunulmak üzere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7132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C4B6"/>
                </a:solidFill>
                <a:latin typeface="Calibri"/>
              </a:rPr>
              <a:t>Üniversite kampüsünün doğrulanmış
dijital iletişim ve yönetim platformu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23360"/>
            <a:ext cx="6858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5E4EE"/>
                </a:solidFill>
                <a:latin typeface="Calibri"/>
              </a:rPr>
              <a:t>Öğrenci, resmi öğrenci topluluğu, firma ve kurumsal süreçleri tek güvenli uygulamada birleştiren; Gaziantep Üniversitesi’nde öncü pilot uygulama olarak konumlandırılması önerilen kampüs platformudur.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C4B6"/>
                </a:solidFill>
                <a:latin typeface="Calibri"/>
              </a:rPr>
              <a:t>Hazırlayan: AYS Tech  ·  Kayra Çatalkaya  ·  info@kampusteyim.app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640080"/>
            <a:ext cx="2926080" cy="562356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710" y="749808"/>
            <a:ext cx="2438179" cy="54041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01 · SUNUMUN AMACI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Rektörlüğümüze arz edilen talep ve kapsam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00200"/>
            <a:ext cx="5394960" cy="443484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745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C4B6"/>
                </a:solidFill>
                <a:latin typeface="Calibri"/>
              </a:rPr>
              <a:t>Arz edilen hususlar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KampüsteyimAPP’in GAÜN’de öncü / pilot dijital kampüs modeli olarak değerlendirilmesi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Öğrenci toplulukları ile koordinasyonun Rektörlük ve ilgili birimler nezdinde desteklenmesi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Doğrulanmış resmi iletişim kanalının üniversite markasına uygun biçimde konumlandırılması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Sağlık Kültür ve Spor (SKS) süreçlerinin modernizasyonuna katkı zemininin açılması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Yüz yüze veya çevrim içi brifing ile teknik–idari detayların netleştirilmesi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5394960" cy="443484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745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Calibri"/>
              </a:rPr>
              <a:t>Platformun kurumsal niteliği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Ürün, AYS Tech tarafından geliştirilmiş bir kampüs sosyal ağıdır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Kayıt ve hesap süreçleri öğrenci doğrulamasına dayalıdır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Topluluk ve firma hesapları yönetici onayı ile açılır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İçerik, şikâyet ve kısıtlama süreçleri merkezi yönetim paneli ile denetlenir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KVKK / gizlilik tercihleri ve hesap güvenliği ürün mimarisinin parçasıdır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02 · KURUMSAL VİZYON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Tek kampüs, tek doğrulanmış dijital deneyim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45920"/>
            <a:ext cx="3264408" cy="209854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828800"/>
            <a:ext cx="2898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Öğrenci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148840"/>
            <a:ext cx="2898648" cy="1458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Kampüs gündemini takip eder; paylaşım, etkileşim, etkinlik başvurusu ve kariyer araçlarına erişir.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05072" y="1645920"/>
            <a:ext cx="3264408" cy="209854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1828800"/>
            <a:ext cx="2898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Resmi topluluk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148840"/>
            <a:ext cx="2898648" cy="1458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Doğrulanmış kimlikle duyuru, etkinlik, üye iletişimi ve görünürlüğü kurumsal biçimde yönetir.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890772"/>
            <a:ext cx="3264408" cy="209854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073652"/>
            <a:ext cx="2898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Üniversite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393692"/>
            <a:ext cx="2898648" cy="1458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Parçalı mesajlaşma ve sosyal medya dağınıklığı yerine ölçülebilir, denetlenebilir bir kanal elde eder.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5072" y="3890772"/>
            <a:ext cx="3264408" cy="209854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4073652"/>
            <a:ext cx="2898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Ekosistem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393692"/>
            <a:ext cx="2898648" cy="1458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Sosyal yaşam, kültür–spor, kariyer ve işveren etkileşimi aynı güvenli çatı altında buluşur.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79" y="1645920"/>
            <a:ext cx="4114800" cy="434340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1965960"/>
            <a:ext cx="3611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3"/>
                </a:solidFill>
                <a:latin typeface="Calibri"/>
              </a:rPr>
              <a:t>Parçalı iletişimin yerine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788920"/>
            <a:ext cx="3566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A2B3A"/>
                </a:solidFill>
                <a:latin typeface="Calibri"/>
              </a:rPr>
              <a:t>•  Tek uygulama ve tek hesap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2B3A"/>
                </a:solidFill>
                <a:latin typeface="Calibri"/>
              </a:rPr>
              <a:t>•  Doğrulanmış kimlik katmanları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2B3A"/>
                </a:solidFill>
                <a:latin typeface="Calibri"/>
              </a:rPr>
              <a:t>•  Kampüse özel içerik ve filtreler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2B3A"/>
                </a:solidFill>
                <a:latin typeface="Calibri"/>
              </a:rPr>
              <a:t>•  Rol bazlı yetkilendirme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2B3A"/>
                </a:solidFill>
                <a:latin typeface="Calibri"/>
              </a:rPr>
              <a:t>•  Merkezî moderasyon ve raporlama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A2B3A"/>
                </a:solidFill>
                <a:latin typeface="Calibri"/>
              </a:rPr>
              <a:t>•  Mobil erişim ve anlık bildirim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03 · PAYDAŞLAR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Platformdaki rol ve hesap türleri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Öğrenci hesabı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E-posta doğrulama, öğrenci belgesi / kart ile kayıt; akış, hikâye, Reels, etkinlik, CV ve staj araçları.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Topluluk hesabı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Yalnızca yönetici onayıyla açılır; logo zorunluluğu, altın/mavi rozet, duyuru ve etkinlik yetkisi.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Firma hesabı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Kayıt kapalıdır; admin açar ve teslim eder. Web paneli ile ilan, CV tarama, mail ve teklif.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Kampüs elçisi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Topluluğu temsil eden öğrencilere özel rozet ve görünürlük; aidiyet göstergesi.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Süper admin / personel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Kullanıcı, içerik, şikâyet, yasak, rozet, firma/topluluk açılışı ve sistem ayarları.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İzleyici / misafir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Kısıtlı görüntüleme; etkileşim ve başvuru için giriş zorunluluğu (AuthGate).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04 · KAYIT VE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Kampüse özel güvenli üyelik süreci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9164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" y="18562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8745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85623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E-posta kodu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19456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Doğrulama bileti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68396.0" y="22174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32988" y="169164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61004" y="18562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1004" y="18745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5908" y="185623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Profil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5908" y="219456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Ad · kampüs · kullanıcı adı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8464.0" y="22174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63056" y="169164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291072" y="18562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18745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5976" y="185623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Belge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219456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Kart / öğrenci belgesi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28532.0" y="22174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993124" y="1691640"/>
            <a:ext cx="266547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21140" y="18562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21140" y="18745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6044" y="1856232"/>
            <a:ext cx="20253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Onay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96044" y="2194560"/>
            <a:ext cx="20253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Bekleyen / onaylı hesap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3154680"/>
            <a:ext cx="5394960" cy="288036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C4B6"/>
                </a:solidFill>
                <a:latin typeface="Calibri"/>
              </a:rPr>
              <a:t>Süreç ayrıntıları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3794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Kayıt öncesi e-posta doğrulama kodu zorunludur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Kullanıcı adı AI moderasyonu ve teklik kontrolü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Öğrenci kimlik / belge ile hesap durumu yönetimi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Bekleyen hesaplar sınırlı erişimle onaya alınır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KVKK onayı ve pazarlama izni kayıt anında alınır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3154680"/>
            <a:ext cx="5394960" cy="28803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3375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Kurumsal güvence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3794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Sahte veya yetkisiz hesapların azaltılması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Üniversiteye özgü kimlik alanı (şehir / üniversite)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Silinen hesapların yeniden canlandırılmaması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Oturum bütünlüğü ve güvenli oturum yenileme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Admin tarafından hesap silme / devre dışı bırakma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05 · KAMPÜS AKIŞI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Gönderiler, etkileşim ve kapsam filtreleri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54480"/>
            <a:ext cx="2880360" cy="457200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3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667" y="1664208"/>
            <a:ext cx="1963745" cy="435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760" y="16002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A"/>
                </a:solidFill>
                <a:latin typeface="Calibri"/>
              </a:rPr>
              <a:t>Öğrenciler metin, görsel, video ve belge paylaşabilir; beğeni, yorum, yorum yanıtı, yorum sabitleme, repost ve # / @ sistemleri tam sosyal ağ standartında çalışır.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33172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Kapsam filtreleri: Tümü · Şehrim · Üniversitem (anlık snapshot ile saniyelik güncelleme)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Yeni gönderiler denormalize şehir/üniversite alanlarıyla doğru filtreye düşer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Hashtag keşfi ve popüler etiketler; bahsetme bildirimleri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Çift dokunuşla beğeni; medya görüntüleyici ve güvenli ağ görselleri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Gizli hesap / engelleme / aramadan gizlenme kurallarına uygun görünürlük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Sponsorlu içerik ve reklam yerleşimleri (yönetilebilir)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İçerik Guard (yerel güvenlik + bulut moderasyon) ile zararlı paylaşımın engellenmesi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06 · HİKÂYE VE REELS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Kısa ömürlü ve kısa video kampüs medyası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Hikâye halkası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Görülmemiş / görülmüş halka; canlı dinleme ile saniyelik yansıma; optimistic yayın.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Stream-first video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Tam dosya indirme beklenmez; progressive oynatma ve sonraki öğe ısıtması.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Kampüs Reels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Dikey kaydırma, N±1 pencere, izlenme kaydı; oturumda sabit sıralama.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Etkileşim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Beğeni, yorum, takip isteği, izleyici listesi; sahip için görüntülenme.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Paylaşım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Kamera / galeri; video postların Reels’e yansıması (ayna).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Kurumsal kullanım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Topluluk ve firma marka anlatımı için kısa, denetlenebilir format.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07 · KEŞİF VE PROFİL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Arama, öneriler ve kişisel vitrin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54480"/>
            <a:ext cx="2788920" cy="457200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5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822" y="1664208"/>
            <a:ext cx="1967995" cy="435254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611880" y="1554480"/>
            <a:ext cx="2788920" cy="457200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7_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6593" y="1664208"/>
            <a:ext cx="1959494" cy="435254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675120" y="1554480"/>
            <a:ext cx="4892040" cy="457200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828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B1F33"/>
                </a:solidFill>
                <a:latin typeface="Calibri"/>
              </a:rPr>
              <a:t>Profil ve keşif ayrıntıları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3317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İsim, kullanıcı adı, e-posta ve öğrenci no ile arama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Önerilen kişiler: kampüs affinity + ağırlıklı karışım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Biyografi, bağlantı, foto, doğrulama rozetleri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Gönderi / Reels ızgarası; kullanıcı adı değişince eski içerik taşınır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Gizlilik: gizli hesap, takip isteği, engelleme, aramadan gizle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İzleyici modu: paylaşım kapalı, salt görüntüleme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Üniversite rozet etiketleri (ör. GAÜN, GİBTÜ)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08 · ETKİNLİK YÖNETİMİ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Duyurudan katılıma uçtan uca operasyon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54480"/>
            <a:ext cx="2926080" cy="457200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6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04" y="1664208"/>
            <a:ext cx="1933991" cy="435254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840480" y="1691640"/>
            <a:ext cx="179679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968496" y="18562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8496" y="18745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1856232"/>
            <a:ext cx="11567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Oluştur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194560"/>
            <a:ext cx="1156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Tarih · yer · görsel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37276.0" y="22174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01868" y="1691640"/>
            <a:ext cx="179679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29884" y="18562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29884" y="18745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4788" y="1856232"/>
            <a:ext cx="11567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Yayınla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4788" y="2194560"/>
            <a:ext cx="1156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Akış · hikâye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98664.0" y="22174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63256" y="1691640"/>
            <a:ext cx="1796796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91272" y="18562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1272" y="18745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1856232"/>
            <a:ext cx="11567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Başvuru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2194560"/>
            <a:ext cx="1156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Kota · son tarih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60052.0" y="221742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724644" y="1691640"/>
            <a:ext cx="1796796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852660" y="185623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52660" y="187452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7564" y="1856232"/>
            <a:ext cx="11567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Yönet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7564" y="2194560"/>
            <a:ext cx="1156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Onay · doluluk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0480" y="3108960"/>
            <a:ext cx="7680960" cy="297180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333756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Kurumsal ve topluluk kazanımları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3794760"/>
            <a:ext cx="7040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Dağınık form, WhatsApp ve e-posta trafiğinin azaltılması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Kontenjan, son başvuru ve hedef kitle bilgisinin tek kartta toplanması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Başvuru durumlarının canlı izlenmesi; süre dolunca otomatik kapanış desteği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Öğrencinin etkinliği keşfetmesi, paylaşması ve hatırlatma alması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App Links / Universal Links ile etkinlik bağlantısının mağazaya düşmesi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09 · RESMİ TOPLULUKLAR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Doğrulanmış öğrenci topluluklarının dijital merkezi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Resmi kimlik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Admin onayı, logo zorunluluğu, altın/mavi rozet; sahte hesaplardan ayrışma.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İçerik yetkisi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Duyuru, gönderi, hikâye, Reels ve etkinlik kartı yayını.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Üye ve takip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Takip, gizli hesap, takip isteği; üye görünürlüğü ve iletişim.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Elçilik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Kampüs elçisi rozeti; öğrenci–topluluk aidiyet bağları.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İş ortakları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About bölümünde partner vitrini (logo, açıklama, boyut).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Kurumsal denetim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Şikâyet, kısıtlama ve Guard ile içerik güvenliği.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10 · KARİYER KATMANI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CV-AI, Staj-AI ve firma paneli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691640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19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CV-AI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19656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5E4EE"/>
                </a:solidFill>
                <a:latin typeface="Calibri"/>
              </a:rPr>
              <a:t>Öğrenci ATS uyumlu özgeçmiş üretir; dışa aktarım ve güncelleme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313432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4414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Staj-AI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4144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5E4EE"/>
                </a:solidFill>
                <a:latin typeface="Calibri"/>
              </a:rPr>
              <a:t>İlan listesi, başvuru, teklif kutusu; CV yoksa yönlendirme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935224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Firma paneli (web)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06324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A6A7A"/>
                </a:solidFill>
                <a:latin typeface="Calibri"/>
              </a:rPr>
              <a:t>İlan CRUD, öğrenci tarama, mail, direkt teklif, başvuru sıralama 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557016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178A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6850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Eşleşme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68503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5E4EE"/>
                </a:solidFill>
                <a:latin typeface="Calibri"/>
              </a:rPr>
              <a:t>Yetkinlik ve profil sinyalleriyle nitelikli aday–işveren köprüsü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178808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3068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Kurumsal değer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306824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D5E4EE"/>
                </a:solidFill>
                <a:latin typeface="Calibri"/>
              </a:rPr>
              <a:t>Mezun istihdamı ve staj süreçlerinde ölçülebilir dijital kanal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11 · BİLDİRİM, PLUS VE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Anlık iletişim ve sürdürülebilir görünürlük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00200"/>
            <a:ext cx="5394960" cy="443484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745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C4B6"/>
                </a:solidFill>
                <a:latin typeface="Calibri"/>
              </a:rPr>
              <a:t>Bildirim sistemi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Uygulama içi bildirim merkezi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FCM push: beğeni, yorum, takip, repost, ilan, teklif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Bildirim tercihleri (kullanıcı kontrolü)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Kısıtlama / yasak bildirimleri (push + mail + inbox)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Sessiz / odaklanmış bildirim politikası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5394960" cy="443484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745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Calibri"/>
              </a:rPr>
              <a:t>Plus ve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KampüsteyimPlus: yeşil tick ve öncelikli deneyim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Web Market: app.kampusteyim.app/market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Çoklu ay planları ve ödeme entegrasyonu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Öğrenci ve marka görünürlüğü için abonelik katmanı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İndirme: kampusteyim.app/get.html (akıllı mağaza yönlendirme)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12 · YÖNETİM VE MODERASYON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Merkezî denetim paneli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Kullanıcı yönetimi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Profil düzenleme, şifre sıfırlama, hesap silme, rol ve rozet atama.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Topluluk / firma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Hesap açma–teslim, topluluk rozeti, firma paneli erişimi.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176479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İçerik denetimi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13055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Tüm gönderi/yorum; silme, gizleme, hard delete.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Şikâyetler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Gönderi, yorum, hesap şikâyetleri; AI ön inceleme desteği.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Calibri"/>
              </a:rPr>
              <a:t>Kısıtlama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5E4EE"/>
                </a:solidFill>
                <a:latin typeface="Calibri"/>
              </a:rPr>
              <a:t>Geçici/kalıcı paylaşım yasağı, ban; süre ve gerekçe ile bildirim.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3817620"/>
            <a:ext cx="3520440" cy="2039112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98221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3"/>
                </a:solidFill>
                <a:latin typeface="Calibri"/>
              </a:rPr>
              <a:t>Personel rolleri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347972"/>
            <a:ext cx="31546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Staff rol kimlikleri ile yetki ayrımı; süper admin koruması.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13 · GİZLİLİK VE GÜVENLİK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Kurumsal kullanıma uygun teknik ve hukuki zemin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45920"/>
            <a:ext cx="5413248" cy="2098548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828800"/>
            <a:ext cx="5047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Kişisel veri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148840"/>
            <a:ext cx="5047488" cy="1458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KVKK onayı, gizlilik politikası, hesap silme akışı; silinen hesapların yeniden canlandırılmaması.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645920"/>
            <a:ext cx="5413248" cy="2098548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828800"/>
            <a:ext cx="5047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Oturum güvenliği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48840"/>
            <a:ext cx="5047488" cy="1458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Kalıcı oturum, bütünlük kontrolü, sessiz yenileme; oturum karışmasının önlenmesi.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890772"/>
            <a:ext cx="5413248" cy="2098548"/>
          </a:xfrm>
          <a:prstGeom prst="roundRect">
            <a:avLst>
              <a:gd name="adj" fmla="val 12000"/>
            </a:avLst>
          </a:prstGeom>
          <a:solidFill>
            <a:srgbClr val="0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073652"/>
            <a:ext cx="5047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İçerik güvenliği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393692"/>
            <a:ext cx="5047488" cy="1458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Yerel güvenlik filtresi, bulut Guard, raporlama ve yaptırım zinciri.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3890772"/>
            <a:ext cx="5413248" cy="2098548"/>
          </a:xfrm>
          <a:prstGeom prst="roundRect">
            <a:avLst>
              <a:gd name="adj" fmla="val 12000"/>
            </a:avLst>
          </a:prstGeom>
          <a:solidFill>
            <a:srgbClr val="1A33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073652"/>
            <a:ext cx="50474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C4B6"/>
                </a:solidFill>
                <a:latin typeface="Calibri"/>
              </a:rPr>
              <a:t>Altyapı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393692"/>
            <a:ext cx="5047488" cy="1458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9DBE8"/>
                </a:solidFill>
                <a:latin typeface="Calibri"/>
              </a:rPr>
              <a:t>Firebase Auth / Firestore / Storage / Cloud Functions; App Links ve Universal Links.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14 · SKS VE KÜLTÜR–SPOR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Dinamik, mobil ve ölçülebilir süreç önerisi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600200"/>
            <a:ext cx="5394960" cy="443484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745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C4B6"/>
                </a:solidFill>
                <a:latin typeface="Calibri"/>
              </a:rPr>
              <a:t>KampüsteyimAPP katmanı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Topluluk ve etkinlik görünürlüğünün mobil erişimi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Başvuru, kontenjan ve hatırlatma süreçleri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Kültür–spor faaliyetlerinin öğrenci odaklı duyurusu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Geri bildirim ve katılımın dijital izlenebilirliği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Yetkilendirilmiş yönetim panelleri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5394960" cy="443484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7451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Calibri"/>
              </a:rPr>
              <a:t>Kuruma sunulan fayda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Eski / dağınık altyapının modern mobil deneyime evrilmesi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Öğrenciye güncel ve tek kanaldan erişim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Ölçülebilir katılım ve operasyon verisi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Üniversite markasına uygun resmi dijital yüzey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A2B3A"/>
                </a:solidFill>
                <a:latin typeface="Calibri"/>
              </a:rPr>
              <a:t>•  Mevcut idari süreçlere saygılı, aşamalı entegrasyon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15 · PİLOT YOL HARİTASI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GAÜN’de kontrollü yaygınlaştırma önerisi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783080"/>
            <a:ext cx="2099462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947672"/>
            <a:ext cx="145938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1. Kapsam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86000"/>
            <a:ext cx="145938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Birimler ve KPI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02382.4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66974" y="1783080"/>
            <a:ext cx="2099462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990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4990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9894" y="1947672"/>
            <a:ext cx="145938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2. Doğrulama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69894" y="2286000"/>
            <a:ext cx="145938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Topluluk / öğrenci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66436.8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31028" y="1783080"/>
            <a:ext cx="2099462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59044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59044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3948" y="1947672"/>
            <a:ext cx="145938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3. 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3948" y="2286000"/>
            <a:ext cx="145938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Sınırlı kullanım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0491.199999999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295083" y="1783080"/>
            <a:ext cx="2099462" cy="1051560"/>
          </a:xfrm>
          <a:prstGeom prst="roundRect">
            <a:avLst>
              <a:gd name="adj" fmla="val 12000"/>
            </a:avLst>
          </a:prstGeom>
          <a:solidFill>
            <a:srgbClr val="E4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423099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3099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8003" y="1947672"/>
            <a:ext cx="145938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4. Ölçüm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8003" y="2286000"/>
            <a:ext cx="145938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Geri bildirim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94545.6" y="2308860.0"/>
            <a:ext cx="164592.0" cy="0.0"/>
          </a:xfrm>
          <a:prstGeom prst="line">
            <a:avLst/>
          </a:prstGeom>
          <a:ln w="25400">
            <a:solidFill>
              <a:srgbClr val="1FA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559137" y="1783080"/>
            <a:ext cx="2099462" cy="105156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687153" y="1947672"/>
            <a:ext cx="292608" cy="292608"/>
          </a:xfrm>
          <a:prstGeom prst="ellipse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87153" y="1965960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62057" y="1947672"/>
            <a:ext cx="145938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3"/>
                </a:solidFill>
                <a:latin typeface="Calibri"/>
              </a:rPr>
              <a:t>5. Yaygınlaştırma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2057" y="2286000"/>
            <a:ext cx="145938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Üniversite geneli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3246120"/>
            <a:ext cx="10698480" cy="246888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C4B6"/>
                </a:solidFill>
                <a:latin typeface="Calibri"/>
              </a:rPr>
              <a:t>Önerilen pilot göstergeleri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Aktif öğrenci ve doğrulanmış topluluk hesabı sayısı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Etkinlik yayın / başvuru / doluluk oranları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Duyuru erişimi ve bildirim etkileşimi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Şikâyet çözüm süreleri ve moderasyon yükü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Kariyer / staj kanalı kullanım metrikleri (opsiyonel faz)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kampus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"/>
            <a:ext cx="320040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09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280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8C8D4"/>
                </a:solidFill>
                <a:latin typeface="Calibri"/>
              </a:rPr>
              <a:t>Gaziantep Üniversitesi Rektörlüğü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A6A0"/>
                </a:solidFill>
                <a:latin typeface="Calibri"/>
              </a:rPr>
              <a:t>16 · ÖZELLİK ENVANTERİ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F33"/>
                </a:solidFill>
                <a:latin typeface="Calibri"/>
              </a:rPr>
              <a:t>Ürünün başlıca yeteneklerinin özeti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005840" cy="64008"/>
          </a:xfrm>
          <a:prstGeom prst="round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471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@kampusteyimapp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5471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16 / 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00200"/>
            <a:ext cx="2743200" cy="443484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C4B6"/>
                </a:solidFill>
                <a:latin typeface="Calibri"/>
              </a:rPr>
              <a:t>Sosyal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402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Akış &amp; filtreler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Gönderi / medya / PDF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Beğeni · yorum · repost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Hashtag · mention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Hikâye halkası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Kampüs Reels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Arama · önerilenler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1600200"/>
            <a:ext cx="2743200" cy="443484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Kampüs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2402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Etkinlik &amp; başvuru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Topluluk hesapları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Elçilik / aidiyet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İş ortakları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Duyuru &amp; bildirim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Çalışma odaları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Deep / App Links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600200"/>
            <a:ext cx="2743200" cy="4434840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C4B6"/>
                </a:solidFill>
                <a:latin typeface="Calibri"/>
              </a:rPr>
              <a:t>Kariyer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2402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CV-AI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Staj-AI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Firma web paneli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İlan &amp; başvuru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Mail / teklif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Başvuru sıralama AI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Plus · Market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600200"/>
            <a:ext cx="2743200" cy="4434840"/>
          </a:xfrm>
          <a:prstGeom prst="roundRect">
            <a:avLst>
              <a:gd name="adj" fmla="val 12000"/>
            </a:avLst>
          </a:prstGeom>
          <a:solidFill>
            <a:srgbClr val="EEF5F8"/>
          </a:solidFill>
          <a:ln w="12700">
            <a:solidFill>
              <a:srgbClr val="C9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1783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Yönetim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24028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Admin portal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Şikâyet &amp; yasak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Rozet / rol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Guard moderasyon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KVKK / gizlilik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Oturum güvenliği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A2B3A"/>
                </a:solidFill>
                <a:latin typeface="Calibri"/>
              </a:rPr>
              <a:t>•  Hesap silme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097280"/>
            <a:ext cx="4937760" cy="4937760"/>
          </a:xfrm>
          <a:prstGeom prst="ellipse">
            <a:avLst/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C4B6"/>
                </a:solidFill>
                <a:latin typeface="Calibri"/>
              </a:rPr>
              <a:t>Saygılarımızla arz ederiz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GAÜN’den Türkiye’ye örnek
bir dijital kampüs modeli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46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5E4EE"/>
                </a:solidFill>
                <a:latin typeface="Calibri"/>
              </a:rPr>
              <a:t>Öğrenci deneyimi · Resmi topluluklar · Etkinlik ve SKS süreçleri · Kariyer köprüsü · Güvenli kampüs iletişimi — tek doğrulanmış platformda.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389120"/>
            <a:ext cx="5120640" cy="1234440"/>
          </a:xfrm>
          <a:prstGeom prst="roundRect">
            <a:avLst>
              <a:gd name="adj" fmla="val 12000"/>
            </a:avLst>
          </a:prstGeom>
          <a:solidFill>
            <a:srgbClr val="12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KampüsteyimAPP · AYS Tech
Kayra Çatalkaya
info@kampusteyim.app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389120"/>
            <a:ext cx="5212080" cy="1234440"/>
          </a:xfrm>
          <a:prstGeom prst="roundRect">
            <a:avLst>
              <a:gd name="adj" fmla="val 12000"/>
            </a:avLst>
          </a:prstGeom>
          <a:solidFill>
            <a:srgbClr val="1FA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663440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kampusteyim.app
app.kampusteyim.app
@kampusteyimapp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KampüsteyimAPP — Gaziantep Üniversitesi Rektörlüğü Sunumu</dc:title>
  <dc:subject>Resmi ürün ve pilot uygulama sunumu</dc:subject>
  <dc:creator>KampüsteyimAPP · AYS Tech · Kayra Çatalkaya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