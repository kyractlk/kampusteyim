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Calibri"/>
              </a:rPr>
              <a:t>GAZİANTEP ÜNİVERSİTESİ REKTÖRLÜĞÜ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9DBE8"/>
                </a:solidFill>
                <a:latin typeface="Calibri"/>
              </a:rPr>
              <a:t>GAÜN öncülüğünde kampüs dijitalleşmesi
Öğrenci toplulukları · SKS · Türkiye’ye örnek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C4B6"/>
                </a:solidFill>
                <a:latin typeface="Calibri"/>
              </a:rPr>
              <a:t>AYS Tech · Kayra Çatalkaya · GameFo deneyimi · Hukuk Topluluğu görüşmeleri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GAÜN Rektörlük Sunumu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01 · Tanıtım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Kimiz?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3474720" cy="402336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64792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075688"/>
            <a:ext cx="321868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Kampüs sosyal ağı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Öğrenci · topluluk · etkinlik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Mobil + web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info@kampusteyim.app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600200"/>
            <a:ext cx="3474720" cy="402336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764792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AYS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075688"/>
            <a:ext cx="321868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Ürün ve teknik ekip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Kayra Çatalkaya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Mühendislik Kariyer Zirvesi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Reji / teknik üretim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00200"/>
            <a:ext cx="3474720" cy="402336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764792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GameFo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075688"/>
            <a:ext cx="321868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Geçen yıldan beri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Topluluklara hizmet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Kampüs içi tanınırlık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9DBE8"/>
                </a:solidFill>
                <a:latin typeface="Calibri"/>
              </a:rPr>
              <a:t>GAÜN ekosistemi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GAÜN Rektörlük Sunumu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02 · Vizyon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Amaç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10881360" cy="411480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2B3A"/>
                </a:solidFill>
                <a:latin typeface="Calibri"/>
              </a:rPr>
              <a:t>•  Gaziantep Üniversitesi’nde doğan bir kampüs uygulamasını tüm topluluklarla olgunlaştırmak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2B3A"/>
                </a:solidFill>
                <a:latin typeface="Calibri"/>
              </a:rPr>
              <a:t>•  GAÜN’ü Türkiye’de öncü dijital kampüs modeli olarak konumlandırmak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2B3A"/>
                </a:solidFill>
                <a:latin typeface="Calibri"/>
              </a:rPr>
              <a:t>•  Öğrenci iletişimini, etkinlik ve topluluk yönetimini tek güvenli çatıda toplamak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2B3A"/>
                </a:solidFill>
                <a:latin typeface="Calibri"/>
              </a:rPr>
              <a:t>•  Kurumsal itibarı, öğrenci deneyimini ve topluluk görünürlüğünü güçlendirmek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2B3A"/>
                </a:solidFill>
                <a:latin typeface="Calibri"/>
              </a:rPr>
              <a:t>•  Hukuki uyum ve öğrenci verisi hassasiyetiyle ilerlemek (Hukuk Topluluğu görüşmeleri)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GAÜN Rektörlük Sunumu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03 · Geçmiş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Bugüne kadar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0136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Calibri"/>
              </a:rPr>
              <a:t>GameFo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82880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A"/>
                </a:solidFill>
                <a:latin typeface="Calibri"/>
              </a:rPr>
              <a:t>Geçen yıldan beri GAÜN topluluklarına hizmet ve koordinasyon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24328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2549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Calibri"/>
              </a:rPr>
              <a:t>Kariyer Zirvesi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852928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A"/>
                </a:solidFill>
                <a:latin typeface="Calibri"/>
              </a:rPr>
              <a:t>Mühendislik Topluluğu etkinliğinde AYS Tech reji faaliyetleri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48456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4962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Calibri"/>
              </a:rPr>
              <a:t>Hukuk boyutu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877056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A"/>
                </a:solidFill>
                <a:latin typeface="Calibri"/>
              </a:rPr>
              <a:t>Hukuk Topluluğu ile ürün, veri ve kurumsal uyum görüşmeleri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72584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737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Calibri"/>
              </a:rPr>
              <a:t>Ürün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901184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A"/>
                </a:solidFill>
                <a:latin typeface="Calibri"/>
              </a:rPr>
              <a:t>KampüsteyimAPP canlı web/uygulama, topluluk ve öğrenci panelleri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GAÜN Rektörlük Sunumu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04 · Destek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Rektörlüğümüzden talebimiz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1801368"/>
            <a:ext cx="502920" cy="502920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874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8013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Calibri"/>
              </a:rPr>
              <a:t>Öncülük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A"/>
                </a:solidFill>
                <a:latin typeface="Calibri"/>
              </a:rPr>
              <a:t>GAÜN’ün KampüsteyimAPP için öncü üniversite olarak destek vermesi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24328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2825496"/>
            <a:ext cx="502920" cy="502920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8986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82549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Calibri"/>
              </a:rPr>
              <a:t>Koordinasyon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52928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A"/>
                </a:solidFill>
                <a:latin typeface="Calibri"/>
              </a:rPr>
              <a:t>İlgili birimler ve öğrenci topluluklarıyla resmi iletişim zemini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48456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3849624"/>
            <a:ext cx="502920" cy="502920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92277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84962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Calibri"/>
              </a:rPr>
              <a:t>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877056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A"/>
                </a:solidFill>
                <a:latin typeface="Calibri"/>
              </a:rPr>
              <a:t>Üniversite bünyesinde kontrollü pilot / öncü kullanım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672584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" y="4873752"/>
            <a:ext cx="502920" cy="502920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9469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8737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Calibri"/>
              </a:rPr>
              <a:t>Marka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901184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A"/>
                </a:solidFill>
                <a:latin typeface="Calibri"/>
              </a:rPr>
              <a:t>GAÜN’ün Türkiye’ye örnek kampüs dijitalleşmesi hikâyesinde yer alması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GAÜN Rektörlük Sunumu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05 · 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SKS ve kültür–spor altyapısı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5212080" cy="402336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C4B6"/>
                </a:solidFill>
                <a:latin typeface="Calibri"/>
              </a:rPr>
              <a:t>Ek kamu yararı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1460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SKS süreçlerini daha dinamik ve mobil hale getirme önerisi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Kültür–spor eski altyapısını güncelleme niyeti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KampüsteyimAPP’ten bağımsız, üniversiteye katkı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Ayrı teknik / idari görüşmeye hazırız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600200"/>
            <a:ext cx="5394960" cy="40233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3"/>
                </a:solidFill>
                <a:latin typeface="Calibri"/>
              </a:rPr>
              <a:t>Beklenen kazanımlar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2B3A"/>
                </a:solidFill>
                <a:latin typeface="Calibri"/>
              </a:rPr>
              <a:t>•  Öğrenci erişiminde kolaylık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3A"/>
                </a:solidFill>
                <a:latin typeface="Calibri"/>
              </a:rPr>
              <a:t>•  Etkinlik ve kulüp süreçlerinde hız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3A"/>
                </a:solidFill>
                <a:latin typeface="Calibri"/>
              </a:rPr>
              <a:t>•  Raporlanabilir dijital katman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3A"/>
                </a:solidFill>
                <a:latin typeface="Calibri"/>
              </a:rPr>
              <a:t>•  Üniversite markasının güçlenmesi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GAÜN öncü olsun.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DBE8"/>
                </a:solidFill>
                <a:latin typeface="Calibri"/>
              </a:rPr>
              <a:t>KampüsteyimAPP ile Gaziantep Üniversitesi’nden Türkiye’ye
örnek bir kampüs dijitalleşmesi çıkarmak istiyoruz.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C4B6"/>
                </a:solidFill>
                <a:latin typeface="Calibri"/>
              </a:rPr>
              <a:t>Kayra Çatalkaya · AYS Tech · info@kampusteyim.app
kampusteyim.app  ·  app.kampusteyim.app  ·  @kampusteyimapp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