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hyperlink" Target="https://kampusteyim.app/get.html" TargetMode="External"/><Relationship Id="rId5" Type="http://schemas.openxmlformats.org/officeDocument/2006/relationships/image" Target="../media/image6.png"/><Relationship Id="rId6" Type="http://schemas.openxmlformats.org/officeDocument/2006/relationships/hyperlink" Target="https://instagram.com/kampusteyimapp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kampu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77724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0744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92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EC4B6"/>
                </a:solidFill>
                <a:latin typeface="Calibri"/>
              </a:rPr>
              <a:t>ÜNİVERSİTE TOPLULUKLARI İÇİN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584448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Resmi kimliğinizi güçlendirin; duyuru, etkinlik ve üye etkileşimini kampüsün dijital alanında büyütün.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4572000"/>
            <a:ext cx="3886200" cy="530352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470001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Calibri"/>
              </a:rPr>
              <a:t>Topluluk tanıtım standı · Takip · Üyelik · Etkinlik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8756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@kampusteyimapp  ·  kampusteyim.app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Üniversite Toplulukları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TOPLULUK DEĞERİ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Resmi topluluğunuz için tek dijital merkez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67528" cy="2029968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828800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Resmi kimlik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48840"/>
            <a:ext cx="50017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Doğrulama rozetiyle sahte hesaplardan net biçimde ayrışın.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645920"/>
            <a:ext cx="5367528" cy="2029968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Üye kazanımı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48840"/>
            <a:ext cx="50017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Standdan QR ile uygulamaya ve topluluk hesabınıza yönlendirin.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22192"/>
            <a:ext cx="5367528" cy="2029968"/>
          </a:xfrm>
          <a:prstGeom prst="roundRect">
            <a:avLst>
              <a:gd name="adj" fmla="val 12000"/>
            </a:avLst>
          </a:prstGeom>
          <a:solidFill>
            <a:srgbClr val="0F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005072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Etkinlik yönetimi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325112"/>
            <a:ext cx="50017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Tarih, yer, kota ve başvuruyu tek karttan yönetin.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822192"/>
            <a:ext cx="5367528" cy="2029968"/>
          </a:xfrm>
          <a:prstGeom prst="roundRect">
            <a:avLst>
              <a:gd name="adj" fmla="val 12000"/>
            </a:avLst>
          </a:prstGeom>
          <a:solidFill>
            <a:srgbClr val="1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005072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Canlı etkileşim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325112"/>
            <a:ext cx="50017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Akış, hikâye ve Reels ile topluluk nabzını canlı tutun.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Üniversite Toplulukları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STAND AKIŞI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Tanıtım standında 30 saniyelik dönüşüm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90195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19202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0195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QR okut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4028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Uygulamayı aç / indir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68396.0" y="226314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32988" y="173736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61004" y="190195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1004" y="19202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5908" y="190195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Hesabı takip 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5908" y="224028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@kampusteyimapp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98464.0" y="226314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63056" y="173736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91072" y="190195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19202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6" y="190195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Topluluğu bul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5976" y="224028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Resmi hesap / rozet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8532.0" y="226314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93124" y="173736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21140" y="190195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1140" y="19202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6044" y="190195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Etkinliğe katıl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6044" y="224028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Başvuru ve duyuru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337560"/>
            <a:ext cx="10698480" cy="141732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639312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C4B6"/>
                </a:solidFill>
                <a:latin typeface="Calibri"/>
              </a:rPr>
              <a:t>Stand çağrısı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06908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“KampüsteyimAPP hesabımızı takip et, QR’ı okut ve topluluk duyurularını kaçırma.”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Üniversite Toplulukları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İÇERİK PLANI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Topluluğunuz kampüste sürekli görünür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A"/>
                </a:solidFill>
                <a:latin typeface="Calibri"/>
              </a:rPr>
              <a:t>Tek bir duyuru yerine etkinlik öncesi, anı ve sonrasını kapsayan bir iletişim ritmi kurun.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B3A"/>
                </a:solidFill>
                <a:latin typeface="Calibri"/>
              </a:rPr>
              <a:t>•  Akış: ana duyuru ve kayıt bağlantısı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3A"/>
                </a:solidFill>
                <a:latin typeface="Calibri"/>
              </a:rPr>
              <a:t>•  Hikâye: geri sayım, hatırlatma ve anlık paylaşım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3A"/>
                </a:solidFill>
                <a:latin typeface="Calibri"/>
              </a:rPr>
              <a:t>•  Reels: stand, ekip ve etkinlik özeti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3A"/>
                </a:solidFill>
                <a:latin typeface="Calibri"/>
              </a:rPr>
              <a:t>•  Profil: topluluk kimliği, rozet ve geçmiş içerikler</a:t>
            </a:r>
          </a:p>
        </p:txBody>
      </p:sp>
      <p:pic>
        <p:nvPicPr>
          <p:cNvPr id="11" name="Picture 10" descr="03_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494" y="1508760"/>
            <a:ext cx="2104012" cy="46634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Üniversite Toplulukları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ETKİNLİK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Başvuru, kontenjan ve hatırlatma tek yerde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9339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Oluştur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3172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Tarih · yer · görsel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25396.0" y="23545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189988" y="182880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18004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18004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2908" y="199339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Yayınla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2908" y="233172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Akış + hikâye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12464.0" y="23545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182880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05072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5072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199339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Topla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6" y="233172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Başvuru + kota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9532.0" y="23545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564124" y="182880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92140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2140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7044" y="199339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Yönet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7044" y="233172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Katılım takibi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2461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Topluluk için kazanım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6576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2B3A"/>
                </a:solidFill>
                <a:latin typeface="Calibri"/>
              </a:rPr>
              <a:t>•  Dağınık form ve mesaj trafiği azalır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3A"/>
                </a:solidFill>
                <a:latin typeface="Calibri"/>
              </a:rPr>
              <a:t>•  Kontenjan ve son başvuru net görünür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3A"/>
                </a:solidFill>
                <a:latin typeface="Calibri"/>
              </a:rPr>
              <a:t>•  Üyeler duyuruyu kampüs akışında keşfeder</a:t>
            </a:r>
          </a:p>
        </p:txBody>
      </p:sp>
      <p:pic>
        <p:nvPicPr>
          <p:cNvPr id="34" name="Picture 33" descr="06_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433" y="1508760"/>
            <a:ext cx="2072133" cy="466344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Üniversite Toplulukları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RESMİ HESAP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Topluluk hesabınızı aktive edin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933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Başvuru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317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Topluluk adı ve yetkili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68396.0" y="23545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32988" y="18288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61004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1004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5908" y="19933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Doğrulama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5908" y="23317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Üniversite / danışman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98464.0" y="23545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63056" y="18288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91072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6" y="19933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Rozet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5976" y="23317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Resmi hesap kimliği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8532.0" y="23545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93124" y="18288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21140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1140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6044" y="19933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Yayın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6044" y="23317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İlk etkinlik ve duyuru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474720"/>
            <a:ext cx="10561320" cy="137160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1F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749039"/>
            <a:ext cx="10012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3"/>
                </a:solidFill>
                <a:latin typeface="Calibri"/>
              </a:rPr>
              <a:t>Doğrulanmış topluluk hesabı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160520"/>
            <a:ext cx="10012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A7A"/>
                </a:solidFill>
                <a:latin typeface="Calibri"/>
              </a:rPr>
              <a:t>Duyuru yetkisi · Etkinlik kartı · Topluluk profili · Güvenli moderasyon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Üniversite Toplulukları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STAND QR'LARI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Okut, indir ve takip 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56232" y="1490472"/>
            <a:ext cx="2642616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r_kampusteyim_indir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600200"/>
            <a:ext cx="2423160" cy="2423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4133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KampüsteyimAPP’i aç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4165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  <a:latin typeface="Calibri"/>
              </a:rPr>
              <a:t>iOS / Android akıllı yönlendirme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2672" y="1490472"/>
            <a:ext cx="2642616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qr_kampusteyim_instagram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600200"/>
            <a:ext cx="2423160" cy="2423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6680" y="4133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Hesabımızı takip 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44165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  <a:latin typeface="Calibri"/>
              </a:rPr>
              <a:t>@kampusteyimapp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57800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A6A0"/>
                </a:solidFill>
                <a:latin typeface="Calibri"/>
              </a:rPr>
              <a:t>Standda göster · Çıktı al · Öğrenciyi tek adımda yönlendir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Üniversite Toplulukları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KAPANIŞ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Topluluğunuz kampüsün dijital akışında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10561320" cy="214884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9829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C4B6"/>
                </a:solidFill>
                <a:latin typeface="Calibri"/>
              </a:rPr>
              <a:t>Etkinliğini duyur. Üyeni büyüt. Resmi kimliğini güçlendir.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16352"/>
            <a:ext cx="9098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KampüsteyimAPP ile topluluğunuzu doğrulanmış, erişilebilir ve ölçülebilir bir dijital merkeze taşıyın.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A6A0"/>
                </a:solidFill>
                <a:latin typeface="Calibri"/>
              </a:rPr>
              <a:t>@kampusteyimapp  ·  kampusteyim.app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KampüsteyimAPP — Üniversite Toplulukları Sunumu</dc:title>
  <dc:subject>KampüsteyimAPP hedef kitle sunumu</dc:subject>
  <dc:creator>KampüsteyimAPP · AYS Tech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