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hyperlink" Target="https://kampusteyim.app/get.html" TargetMode="External"/><Relationship Id="rId5" Type="http://schemas.openxmlformats.org/officeDocument/2006/relationships/image" Target="../media/image6.png"/><Relationship Id="rId6" Type="http://schemas.openxmlformats.org/officeDocument/2006/relationships/hyperlink" Target="https://instagram.com/kampusteyimap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kampus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77724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331720"/>
            <a:ext cx="10744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99232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>
                <a:solidFill>
                  <a:srgbClr val="2EC4B6"/>
                </a:solidFill>
                <a:latin typeface="Calibri"/>
              </a:rPr>
              <a:t>ÜNİVERSİTE TOPLULUKLARI İÇİN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584448"/>
            <a:ext cx="9052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Resmi kimliğinizi güçlendirin; duyuru, etkinlik ve üye etkileşimini kampüsün dijital alanında büyütün.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4572000"/>
            <a:ext cx="3886200" cy="530352"/>
          </a:xfrm>
          <a:prstGeom prst="roundRect">
            <a:avLst>
              <a:gd name="adj" fmla="val 12000"/>
            </a:avLst>
          </a:prstGeom>
          <a:solidFill>
            <a:srgbClr val="12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4700016"/>
            <a:ext cx="3886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Calibri"/>
              </a:rPr>
              <a:t>Rozet · Hikâye · Reels · Etkinlik · Elçilik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87568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@kampusteyimapp  ·  kampusteyim.app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Üniversite Toplulukları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TOPLULUK DEĞERİ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Resmi topluluğunuz için tek dijital merkez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5367528" cy="2029968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828800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Resmi kimlik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148840"/>
            <a:ext cx="5001768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Altın / mavi rozetle sahte hesaplardan net biçimde ayrışın.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645920"/>
            <a:ext cx="5367528" cy="2029968"/>
          </a:xfrm>
          <a:prstGeom prst="roundRect">
            <a:avLst>
              <a:gd name="adj" fmla="val 12000"/>
            </a:avLst>
          </a:prstGeom>
          <a:solidFill>
            <a:srgbClr val="12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828800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Üye kazanımı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48840"/>
            <a:ext cx="5001768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Standdan QR ile uygulamaya ve topluluk hesabınıza yönlendirin.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22192"/>
            <a:ext cx="5367528" cy="2029968"/>
          </a:xfrm>
          <a:prstGeom prst="roundRect">
            <a:avLst>
              <a:gd name="adj" fmla="val 12000"/>
            </a:avLst>
          </a:prstGeom>
          <a:solidFill>
            <a:srgbClr val="0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005072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Etkinlik yönetimi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325112"/>
            <a:ext cx="5001768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Tarih, yer, kota ve başvuruyu tek karttan yönetin.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822192"/>
            <a:ext cx="5367528" cy="2029968"/>
          </a:xfrm>
          <a:prstGeom prst="roundRect">
            <a:avLst>
              <a:gd name="adj" fmla="val 12000"/>
            </a:avLst>
          </a:prstGeom>
          <a:solidFill>
            <a:srgbClr val="1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005072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Canlı etkileşim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325112"/>
            <a:ext cx="5001768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Akış, hikâye halkası ve Reels ile nabzı canlı tutun.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Üniversite Toplulukları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STAND AKIŞI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Tanıtım standında 30 saniyelik dönüşüm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90195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92024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0195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QR okut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24028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Uygulamayı aç / indir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68396.0" y="226314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32988" y="173736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61004" y="190195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1004" y="192024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5908" y="190195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Hesabı takip 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35908" y="224028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@kampusteyimapp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98464.0" y="226314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63056" y="173736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91072" y="190195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1072" y="192024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5976" y="190195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Topluluğu bul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24028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Resmi hesap / rozet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28532.0" y="226314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993124" y="173736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21140" y="190195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1140" y="192024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96044" y="190195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Etkinliğe katıl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6044" y="224028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Başvuru ve duyuru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3337560"/>
            <a:ext cx="10698480" cy="1417320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3639312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EC4B6"/>
                </a:solidFill>
                <a:latin typeface="Calibri"/>
              </a:rPr>
              <a:t>Stand çağrısı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069080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“KampüsteyimAPP hesabımızı takip et, QR’ı okut ve topluluk duyurularını kaçırma.”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Üniversite Toplulukları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İÇERİK PLANI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Topluluğunuz kampüste sürekli görünür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3A"/>
                </a:solidFill>
                <a:latin typeface="Calibri"/>
              </a:rPr>
              <a:t>Tek bir duyuru yerine etkinlik öncesi, anı ve sonrasını kapsayan bir iletişim ritmi kurun.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Akış: ana duyuru — şehir / üniversite filtresiyle doğru kitle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Hikâye halkası: geri sayım, hatırlatma, anlık paylaşım (stream)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Reels: stand, ekip ve etkinlik özeti — kaydırınca anında oynar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Profil: logo, rozet, biyografi ve geçmiş içerikler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Push: takipçiye anlık duyuru ve etkinlik hatırlatması</a:t>
            </a:r>
          </a:p>
        </p:txBody>
      </p:sp>
      <p:pic>
        <p:nvPicPr>
          <p:cNvPr id="11" name="Picture 10" descr="03_f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3494" y="1508760"/>
            <a:ext cx="2104012" cy="46634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Üniversite Toplulukları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HİKÂYE &amp; REELS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Instagram ritminde kampüs medyası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691640"/>
            <a:ext cx="5367528" cy="1984248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874520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Hikâye halkası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194560"/>
            <a:ext cx="500176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Görülmemiş / görülmüş halka; canlı snapshot ile saniyelik yansıma.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691640"/>
            <a:ext cx="5367528" cy="1984248"/>
          </a:xfrm>
          <a:prstGeom prst="roundRect">
            <a:avLst>
              <a:gd name="adj" fmla="val 12000"/>
            </a:avLst>
          </a:prstGeom>
          <a:solidFill>
            <a:srgbClr val="12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874520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Stream-first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94560"/>
            <a:ext cx="500176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Video tam indirme beklemez — progressive oynatma.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22192"/>
            <a:ext cx="5367528" cy="1984248"/>
          </a:xfrm>
          <a:prstGeom prst="roundRect">
            <a:avLst>
              <a:gd name="adj" fmla="val 12000"/>
            </a:avLst>
          </a:prstGeom>
          <a:solidFill>
            <a:srgbClr val="0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005072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Reels motoru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325112"/>
            <a:ext cx="500176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Önceki / sonraki ısıtma; kaydırınca takılma azalır.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822192"/>
            <a:ext cx="5367528" cy="1984248"/>
          </a:xfrm>
          <a:prstGeom prst="roundRect">
            <a:avLst>
              <a:gd name="adj" fmla="val 12000"/>
            </a:avLst>
          </a:prstGeom>
          <a:solidFill>
            <a:srgbClr val="1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005072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Deep link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325112"/>
            <a:ext cx="500176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Paylaşılan hikâye / profil / etkinlik mağazaya kadar gider.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Üniversite Toplulukları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ETKİNLİK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Başvuru, kontenjan ve hatırlatma tek yerde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1522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99339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01168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93392"/>
            <a:ext cx="882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Oluştur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331720"/>
            <a:ext cx="882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Tarih · yer · görsel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25396.0" y="235458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189988" y="1828800"/>
            <a:ext cx="1522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318004" y="199339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18004" y="201168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2908" y="1993392"/>
            <a:ext cx="882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Yayınla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2908" y="2331720"/>
            <a:ext cx="882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Akış + hikâye + Reels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712464.0" y="235458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77056" y="1828800"/>
            <a:ext cx="1522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05072" y="199339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5072" y="201168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9976" y="1993392"/>
            <a:ext cx="882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Topla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9976" y="2331720"/>
            <a:ext cx="882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Başvuru + kota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9532.0" y="235458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564124" y="1828800"/>
            <a:ext cx="1522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92140" y="199339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2140" y="201168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67044" y="1993392"/>
            <a:ext cx="882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Yönet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67044" y="2331720"/>
            <a:ext cx="882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Katılım takibi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24612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Topluluk için kazanım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65760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Dağınık form ve mesaj trafiği azalır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Kontenjan ve son başvuru net görünür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Üyeler duyuruyu kampüs akışında keşfeder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App Link ile etkinlik linki uygulama yoksa mağazaya düşer</a:t>
            </a:r>
          </a:p>
        </p:txBody>
      </p:sp>
      <p:pic>
        <p:nvPicPr>
          <p:cNvPr id="34" name="Picture 33" descr="06_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33" y="1508760"/>
            <a:ext cx="2072133" cy="466344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Üniversite Toplulukları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ELÇİLİK &amp; AİDİYET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Kampüs elçileri ve bağlı hesaplar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691640"/>
            <a:ext cx="5367528" cy="1984248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874520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Kampüs elçisi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194560"/>
            <a:ext cx="500176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Topluluğu temsil eden öğrencilere özel rozet ve görünürlük.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691640"/>
            <a:ext cx="5367528" cy="1984248"/>
          </a:xfrm>
          <a:prstGeom prst="roundRect">
            <a:avLst>
              <a:gd name="adj" fmla="val 12000"/>
            </a:avLst>
          </a:prstGeom>
          <a:solidFill>
            <a:srgbClr val="12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874520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Bağlı hesaplar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94560"/>
            <a:ext cx="500176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Öğrenci profilinde topluluk / firma aidiyeti gösterimi.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22192"/>
            <a:ext cx="5367528" cy="1984248"/>
          </a:xfrm>
          <a:prstGeom prst="roundRect">
            <a:avLst>
              <a:gd name="adj" fmla="val 12000"/>
            </a:avLst>
          </a:prstGeom>
          <a:solidFill>
            <a:srgbClr val="0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005072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Takip &amp; gizlilik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325112"/>
            <a:ext cx="500176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Gizli hesap ve takip isteği ile üye yönetimini netleştirin.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822192"/>
            <a:ext cx="5367528" cy="1984248"/>
          </a:xfrm>
          <a:prstGeom prst="roundRect">
            <a:avLst>
              <a:gd name="adj" fmla="val 12000"/>
            </a:avLst>
          </a:prstGeom>
          <a:solidFill>
            <a:srgbClr val="1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005072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İş ortakları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325112"/>
            <a:ext cx="500176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About bölümünde partner vitrini — sponsor görünürlüğü.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Üniversite Toplulukları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RESMİ HESAP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Topluluk hesabınızı aktive edin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99339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01168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9339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Başvuru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33172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Topluluk adı ve yetkili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68396.0" y="235458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32988" y="182880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61004" y="199339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1004" y="201168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5908" y="199339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Doğrulama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35908" y="233172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Üniversite / danışman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98464.0" y="235458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63056" y="182880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91072" y="199339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1072" y="201168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5976" y="199339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Rozet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33172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Resmi hesap kimliği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28532.0" y="235458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993124" y="182880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21140" y="199339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1140" y="201168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96044" y="199339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Yayın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6044" y="233172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İlk etkinlik ve duyuru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3474720"/>
            <a:ext cx="10561320" cy="137160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1F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3749039"/>
            <a:ext cx="10012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B1F33"/>
                </a:solidFill>
                <a:latin typeface="Calibri"/>
              </a:rPr>
              <a:t>Doğrulanmış topluluk hesabı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4160520"/>
            <a:ext cx="10012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A6A7A"/>
                </a:solidFill>
                <a:latin typeface="Calibri"/>
              </a:rPr>
              <a:t>Logo zorunlu · Duyuru yetkisi · Etkinlik kartı · Guard / moderasyon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Üniversite Toplulukları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STAND QR'LARI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Okut, indir ve takip 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56232" y="1490472"/>
            <a:ext cx="2642616" cy="3410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r_kampusteyim_indir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1600200"/>
            <a:ext cx="2423160" cy="2423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413308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KampüsteyimAPP’i aç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44165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iOS / Android akıllı yönlendirme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2672" y="1490472"/>
            <a:ext cx="2642616" cy="3410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kampusteyim_instagram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1600200"/>
            <a:ext cx="2423160" cy="24231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6680" y="413308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Hesabımızı takip 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80" y="44165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@kampusteyimapp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257800"/>
            <a:ext cx="10149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FA6A0"/>
                </a:solidFill>
                <a:latin typeface="Calibri"/>
              </a:rPr>
              <a:t>Standda göster · Çıktı al · Öğrenciyi tek adımda yönlendir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Üniversite Toplulukları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KAPANIŞ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Topluluğunuz kampüsün dijital akışında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737360"/>
            <a:ext cx="10561320" cy="2148840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103120"/>
            <a:ext cx="9829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EC4B6"/>
                </a:solidFill>
                <a:latin typeface="Calibri"/>
              </a:rPr>
              <a:t>Etkinliğini duyur. Üyeni büyüt. Resmi kimliğini güçlendir.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816352"/>
            <a:ext cx="9098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KampüsteyimAPP ile topluluğunuzu doğrulanmış, erişilebilir ve ölçülebilir bir dijital merkeze taşıyın.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FA6A0"/>
                </a:solidFill>
                <a:latin typeface="Calibri"/>
              </a:rPr>
              <a:t>@kampusteyimapp  ·  kampusteyim.app  ·  app.kampusteyim.app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KampüsteyimAPP — Üniversite Toplulukları Sunumu</dc:title>
  <dc:subject>KampüsteyimAPP hedef kitle sunumu</dc:subject>
  <dc:creator>KampüsteyimAPP · AYS Tech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